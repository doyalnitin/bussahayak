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ho.int/news-room/fact-sheets/detail/blindness-and-visual-impairment" TargetMode="External"/><Relationship Id="rId2" Type="http://schemas.openxmlformats.org/officeDocument/2006/relationships/hyperlink" Target="https://ndfdc.nic.in/upload/nhfdc/Persons_Disabilities_31mar21.pdf" TargetMode="External"/><Relationship Id="rId3" Type="http://schemas.openxmlformats.org/officeDocument/2006/relationships/hyperlink" Target="https://ai.google.dev/gemini-api/docs/live-api" TargetMode="External"/><Relationship Id="rId4" Type="http://schemas.openxmlformats.org/officeDocument/2006/relationships/hyperlink" Target="https://www.who.int/news-room/fact-sheets/detail/blindness-and-visual-impairment" TargetMode="External"/><Relationship Id="rId5" Type="http://schemas.openxmlformats.org/officeDocument/2006/relationships/hyperlink" Target="https://pmc.ncbi.nlm.nih.gov/articles/PMC11721483/" TargetMode="External"/><Relationship Id="rId6" Type="http://schemas.openxmlformats.org/officeDocument/2006/relationships/hyperlink" Target="https://inclusive.microsoft.design/" TargetMode="External"/><Relationship Id="rId7" Type="http://schemas.openxmlformats.org/officeDocument/2006/relationships/hyperlink" Target="https://doi.org/10.1145/3529190.3529197" TargetMode="External"/><Relationship Id="rId8" Type="http://schemas.openxmlformats.org/officeDocument/2006/relationships/hyperlink" Target="https://ai.google.dev/gemini-api/docs/live-api" TargetMode="External"/><Relationship Id="rId9" Type="http://schemas.openxmlformats.org/officeDocument/2006/relationships/hyperlink" Target="https://depwd.gov.in/en/adip/" TargetMode="External"/><Relationship Id="rId10" Type="http://schemas.openxmlformats.org/officeDocument/2006/relationships/hyperlink" Target="https://indiankanoon.org/doc/97660308/" TargetMode="External"/><Relationship Id="rId11" Type="http://schemas.openxmlformats.org/officeDocument/2006/relationships/hyperlink" Target="https://sugamyabharat.gov.in/" TargetMode="Externa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137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8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8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BusSahayak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73152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Sahayak - Aawaz se bus book karein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-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3474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25039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-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794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Public Transport Booking for Visually Impaired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-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114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Vehicles / Accessible Transportation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-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4434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-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4754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12024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074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-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5074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Into Code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0" y="1371600"/>
            <a:ext cx="3200400" cy="3200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C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</a:t>
            </a:r>
            <a:endParaRPr lang="en-US" sz="4800" dirty="0"/>
          </a:p>
        </p:txBody>
      </p:sp>
      <p:sp>
        <p:nvSpPr>
          <p:cNvPr id="23" name="Shape 21"/>
          <p:cNvSpPr/>
          <p:nvPr/>
        </p:nvSpPr>
        <p:spPr>
          <a:xfrm>
            <a:off x="457200" y="594360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60350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035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</a:t>
            </a:r>
            <a:endParaRPr lang="en-US" sz="50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</a:t>
            </a:r>
            <a:endParaRPr lang="en-US" sz="50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1234440" y="5943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Coffee Into Code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6263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Nitin Doyal (Leader) | BCA G1 Semester 1 | +91 63504 24121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144000" y="594360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A5276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5943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| Accessible Transportation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0"/>
            <a:ext cx="12188952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914400" y="4572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430000" y="438912"/>
            <a:ext cx="4023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85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- Describe your Idea/Solution/Prototype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Operating Modes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15544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6916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1: Voice 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Completely Blind Users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7889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LOCKED, Hands-free AI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24kHz Audio + Haptics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23160" y="15544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16916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6888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2: Dynamic Switch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6888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Low Vision Users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0" y="27889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Locked -&gt; Unlocks via Voice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Visual Picture Buttons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89120" y="15544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74920" y="16916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348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3: Dual Combined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+ Touch Together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34840" y="27889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= TTS, Hold = Mic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Active Visuals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8F9FA"/>
          </a:solidFill>
          <a:ln w="19050">
            <a:solidFill>
              <a:srgbClr val="E9EC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685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12M+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Visually Impaired in India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68880" y="36118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8F9FA"/>
          </a:solidFill>
          <a:ln w="19050">
            <a:solidFill>
              <a:srgbClr val="E9EC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3685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280M+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246888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Low-Literacy Adults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80560" y="36118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8F9FA"/>
          </a:solidFill>
          <a:ln w="19050">
            <a:solidFill>
              <a:srgbClr val="E9EC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685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448056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Completion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61772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663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" y="48920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Engine: Extracts cities, dates, preferences from natural Hindi/English speech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Seat Algorithm + 60-Minute Tele-Confirmation with Driver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F5-TTS Voice Cloning for natural Hinglish prompts | ZuelPay API: 2000+ bus operators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00800" y="11887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Demo - Jodhpur to Jaisalmer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37960" y="16002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95160" y="16002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to go Jodhpur to Jaisalmer today"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37960" y="1901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95160" y="19019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"Buses found! What time do you prefer?"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37960" y="22037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95160" y="22037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"8 AM, AC bus"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37960" y="25054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95160" y="25054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 AC buses. Option 1: Royal Travels Rs.450. Book?"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37960" y="28072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95160" y="28072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"Yes, book option 1"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37960" y="31089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95160" y="31089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"Seat W3 locked for 60 min. Driver will call."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0080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60-Minute Tele-Confirmation Flow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492240" y="4069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4114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User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9224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Books Seat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680960" y="42062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818120" y="4069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18120" y="4114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58:40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81812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Locked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006840" y="42062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144000" y="4069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144000" y="4114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App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14400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Call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0332720" y="42062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0469880" y="4069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469880" y="4114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4698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Issued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772400" y="4937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-&gt; Seat Released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0"/>
            <a:ext cx="12188952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914400" y="4572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430000" y="438912"/>
            <a:ext cx="4023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14630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874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SDK 52 | Web + Mobile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377440" y="14630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1874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NLU Engine + Voice I/O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297680" y="14630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Backend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1874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ZuelPay API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/ Azure / GCP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1874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 + Hosting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138160" y="14630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1874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| Real-time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0058400" y="14630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0" y="1874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Prototype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" y="2377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26974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5568" y="274320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1115568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1546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Speaks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3649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"Delhi to Jaipur"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240280" y="2834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377440" y="26974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35808" y="27432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3035808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377440" y="31546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Extracts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377440" y="33649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City, Date, Time, Type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160520" y="2834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97680" y="26974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56048" y="27432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4956048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297680" y="31546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Buses Found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97680" y="33649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ZuelPay API | Read Options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080760" y="2834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26974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76288" y="274320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4" name="Text 52"/>
          <p:cNvSpPr/>
          <p:nvPr/>
        </p:nvSpPr>
        <p:spPr>
          <a:xfrm>
            <a:off x="6876288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217920" y="31546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Locked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17920" y="33649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60-min TTL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001000" y="2834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138160" y="26974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96528" y="274320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0" name="Text 58"/>
          <p:cNvSpPr/>
          <p:nvPr/>
        </p:nvSpPr>
        <p:spPr>
          <a:xfrm>
            <a:off x="8796528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138160" y="31546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Calls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38160" y="33649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Tele-Confirmation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921240" y="2834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058400" y="26974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716768" y="274320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6" name="Text 64"/>
          <p:cNvSpPr/>
          <p:nvPr/>
        </p:nvSpPr>
        <p:spPr>
          <a:xfrm>
            <a:off x="10716768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058400" y="31546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Issued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058400" y="33649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+ SMS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57200" y="384048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Speed Comparison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94360" y="420624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4360" y="4251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min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594360" y="4663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331720" y="420624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331720" y="4251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min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2331720" y="4663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BusSahayak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297680" y="384048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System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434840" y="420624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434840" y="42976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Screen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434840" y="46634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Input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577840" y="420624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77840" y="42976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Tap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577840" y="46634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Option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720840" y="420624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20840" y="42976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Tap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720840" y="46634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Home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8138160" y="384048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2960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Engine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321040" y="42062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Indian cities recognized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+ English mixed input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Date/time extraction | Bus type preferences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Guided: Search &gt; Select &gt; Seat &gt; Confirm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0"/>
            <a:ext cx="12188952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914400" y="4572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430000" y="438912"/>
            <a:ext cx="4023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554480"/>
            <a:ext cx="5486400" cy="329184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18488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618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155448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Technical Feasibility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938528"/>
            <a:ext cx="5486400" cy="329184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002536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0025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" y="193852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Payment Friction (Tele-Confirm)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322576"/>
            <a:ext cx="5486400" cy="329184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386584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3865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" y="232257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APIs Ready (ZuelPay 2000+ Operators)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706624"/>
            <a:ext cx="5486400" cy="329184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770632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770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" y="270662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Rs.10-30 Per Booking Commission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090672"/>
            <a:ext cx="5486400" cy="329184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15468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1546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" y="309067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F5-TTS Voice Clone Already Working (Colab)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Metrics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38862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77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Difficulty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206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3600" dirty="0"/>
          </a:p>
        </p:txBody>
      </p:sp>
      <p:sp>
        <p:nvSpPr>
          <p:cNvPr id="39" name="Shape 37"/>
          <p:cNvSpPr/>
          <p:nvPr/>
        </p:nvSpPr>
        <p:spPr>
          <a:xfrm>
            <a:off x="3291840" y="38862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977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Help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91840" y="4206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64008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Strategies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00800" y="150876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1508760"/>
            <a:ext cx="2560320" cy="3200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961120" y="1508760"/>
            <a:ext cx="2926080" cy="3200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7" name="Text 45"/>
          <p:cNvSpPr/>
          <p:nvPr/>
        </p:nvSpPr>
        <p:spPr>
          <a:xfrm>
            <a:off x="905256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1874520"/>
            <a:ext cx="5486400" cy="31089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18745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Accuracy in Noisy Areas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052560" y="18745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Noise-cancel + Confirmations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400800" y="2185416"/>
            <a:ext cx="54864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0" y="218541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Adoption for Tele-Confirm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052560" y="21854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 Program + Easy App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400800" y="2496312"/>
            <a:ext cx="5486400" cy="31089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5" name="Text 53"/>
          <p:cNvSpPr/>
          <p:nvPr/>
        </p:nvSpPr>
        <p:spPr>
          <a:xfrm>
            <a:off x="6492240" y="24963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Connectivity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052560" y="24963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TTS + Cache + Retry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400800" y="2807208"/>
            <a:ext cx="54864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492240" y="280720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Lock Expiry Race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052560" y="28072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DB TTL + SMS Alerts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400800" y="3118104"/>
            <a:ext cx="5486400" cy="31089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1" name="Text 59"/>
          <p:cNvSpPr/>
          <p:nvPr/>
        </p:nvSpPr>
        <p:spPr>
          <a:xfrm>
            <a:off x="6492240" y="3118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+ Regional Languages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052560" y="31181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F5-TTS Multi-Voice + gTTS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40080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400800" y="40690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37960" y="411480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Commission: Rs.10-30/Ticket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 Bus Operators via ZuelPay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Across India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CSR Funding Eligible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ADIP Scheme Subsidy Potential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0"/>
            <a:ext cx="12188952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914400" y="4572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430000" y="438912"/>
            <a:ext cx="4023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 Impact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1508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554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12-15M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" y="2194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Visually Impaired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Time Book Buses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0" y="1508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554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280M+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297680" y="2194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Low-Literacy Adults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Replaces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Interfaces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38160" y="1508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0FDF4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1554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138160" y="2194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Task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Sighted Help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Benefits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Inclusion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access for underserved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33832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Value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97680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seat loss for operators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38160" y="33832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38160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transport over private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Inspirational Stories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92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Kanchanmala Pande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5212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Indian blind swimmer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win World Gold Medal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77440" y="4846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4892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Ravindra Jain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77440" y="5212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Bollywood music legend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navigated public transport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97680" y="4846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0" y="4892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Hingson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97680" y="5212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Survived 9/11 from 78th floor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guide dog Roselle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0080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Alignment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00800" y="4846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4892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ADIP Scheme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5212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to Disabled Persons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Social Justice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321040" y="4846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1040" y="4892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RPWD Act 2016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21040" y="5212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 Accessible Transport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Digital Accessibility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241280" y="4846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41280" y="4892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Sugamya Bharat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241280" y="5212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India Campaign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Accessibility for All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0"/>
            <a:ext cx="12188952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914400" y="4572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430000" y="438912"/>
            <a:ext cx="4023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Demographic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u="sng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WHO (2023): 2.2B vision impaired globally</a:t>
            </a:r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u="sng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India Census 2011: 26.8M disabled (2.21%)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- 83% face difficulty navigating transport independently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- 85% cannot complete online ticketing without help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Screen reader: 6.5 min | BusSahayak: 1.2 min (82% faster)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Documentation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u="sng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Google Gemini Live API: Real-time voice</a:t>
            </a:r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React Native + Expo SDK 52: Cross-platform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Conversational AI: NLU (40+ Indian cities)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ZuelPay API: 2000+ bus operators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AWS / Azure / GCP: Cloud database + hosting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Voice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937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- 28 M4A recordings converted to WAV (22050 Hz, Mono)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- 30-line metadata.csv mapping audio to Hinglish text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Google Gemini: 70+ languages, sub-500ms latency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Research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4630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u="sng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WHO: 2.2B vision impaired globally</a:t>
            </a:r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u="sng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NCBI (2025): AI assistive tech high satisfaction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u="sng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Microsoft Inclusive Design Toolkit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u="sng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ACM: Voice UI for blind/visually impaired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References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0175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u="sng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Google Gemini Live API: 70+ languages</a:t>
            </a:r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ZuelPay API: 2000+ operators, real-time data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RedBus: 100M+ users, market leader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NPCI UPI: Voice-based payment infrastructure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Policy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5720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u="sng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ADIP Scheme: Assistive devices for PwDs</a:t>
            </a:r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u="sng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RPWD Act 2016: Right to Accessible Transport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u="sng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Sugamya Bharat: Accessible India Campaign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5486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Prototype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5760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- 28 source files, zero TypeScript errors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- 7 screens: Home, Search, Results, Seat, Passenger, Confirm, Ticket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- 5 hooks: Gestures, Conversational AI, Voice I/O, Haptics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Zustand state management + 40-city database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Cloud deployment ready (AWS / Azure / GCP)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0"/>
            <a:ext cx="12188952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914400" y="4572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INSTRUCTIONS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0" y="731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0" y="73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430000" y="438912"/>
            <a:ext cx="4023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0" y="6748272"/>
            <a:ext cx="12188952" cy="640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Instructions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150876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Into 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Nitin Doyal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BCA G1 Semester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+91 63504 24121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nitindoyal00@gmail.com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3474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Python + F5-TTS + Cloud 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Notes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150876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  Copy content into PowerPoint slides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2011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  Insert UI screenshots into Slides 2, 3,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2377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  Add infographics (3 Modes, Tele-Confirmation)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  Save as PDF before uploading to SIH portal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3108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  Problem Statement ID: 25039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3474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  Team ID: 12024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480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48006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+ Web App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5212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Expo | 7 Screens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TS Errors | Cloud Deploy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83280" y="48006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Engine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83280" y="5212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F5-TTS Voice Clone from 28 Recordings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gTTS Hinglish | 140+ Sentences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09360" y="48006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09360" y="5212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NLU Engine | 40+ Cities | Hindi/English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Booking Flow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235440" y="48006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3544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Backend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235440" y="5212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/ Azure / GCP Database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Hosting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594360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943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BusSahayak Wins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40080" y="5989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First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blind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880360" y="5989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Touch, or Both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20640" y="5989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Tele-Confirm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calls user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60920" y="5989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Faster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min vs 6.5 min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01200" y="5989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 India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Hinglish + 40 cities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2026-09-13T11:42:19Z</dcterms:created>
  <dcterms:modified xsi:type="dcterms:W3CDTF">2026-09-13T11:42:19Z</dcterms:modified>
</cp:coreProperties>
</file>